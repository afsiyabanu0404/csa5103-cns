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61" r:id="rId5"/>
    <p:sldId id="265" r:id="rId6"/>
    <p:sldId id="260" r:id="rId7"/>
    <p:sldId id="266" r:id="rId8"/>
    <p:sldId id="267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8A8C56-4626-435D-8E97-EC153608D83C}" v="32" dt="2026-10-20T13:29:14.55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siya Banu" userId="66c7c70cd417d4ae" providerId="LiveId" clId="{1F99FA0D-10C8-4648-AB72-829527D175B7}"/>
    <pc:docChg chg="undo custSel addSld delSld modSld sldOrd">
      <pc:chgData name="Afsiya Banu" userId="66c7c70cd417d4ae" providerId="LiveId" clId="{1F99FA0D-10C8-4648-AB72-829527D175B7}" dt="2026-10-20T13:29:46.659" v="725" actId="47"/>
      <pc:docMkLst>
        <pc:docMk/>
      </pc:docMkLst>
      <pc:sldChg chg="addSp delSp modSp mod">
        <pc:chgData name="Afsiya Banu" userId="66c7c70cd417d4ae" providerId="LiveId" clId="{1F99FA0D-10C8-4648-AB72-829527D175B7}" dt="2026-10-20T13:29:18.143" v="723" actId="20577"/>
        <pc:sldMkLst>
          <pc:docMk/>
          <pc:sldMk cId="1892961201" sldId="256"/>
        </pc:sldMkLst>
        <pc:spChg chg="mod">
          <ac:chgData name="Afsiya Banu" userId="66c7c70cd417d4ae" providerId="LiveId" clId="{1F99FA0D-10C8-4648-AB72-829527D175B7}" dt="2026-10-20T13:25:35.420" v="618" actId="1076"/>
          <ac:spMkLst>
            <pc:docMk/>
            <pc:sldMk cId="1892961201" sldId="256"/>
            <ac:spMk id="2" creationId="{89061E8F-FB19-A6E1-C9BC-ABA67D90D238}"/>
          </ac:spMkLst>
        </pc:spChg>
        <pc:spChg chg="mod">
          <ac:chgData name="Afsiya Banu" userId="66c7c70cd417d4ae" providerId="LiveId" clId="{1F99FA0D-10C8-4648-AB72-829527D175B7}" dt="2026-10-20T13:29:18.143" v="723" actId="20577"/>
          <ac:spMkLst>
            <pc:docMk/>
            <pc:sldMk cId="1892961201" sldId="256"/>
            <ac:spMk id="3" creationId="{84B27A55-FE65-8780-2BCD-F445E7172F5C}"/>
          </ac:spMkLst>
        </pc:spChg>
        <pc:spChg chg="add mod">
          <ac:chgData name="Afsiya Banu" userId="66c7c70cd417d4ae" providerId="LiveId" clId="{1F99FA0D-10C8-4648-AB72-829527D175B7}" dt="2026-10-20T13:25:19.660" v="615" actId="1076"/>
          <ac:spMkLst>
            <pc:docMk/>
            <pc:sldMk cId="1892961201" sldId="256"/>
            <ac:spMk id="5" creationId="{76CD2BC2-A25A-F4A9-C36F-7C631701C4DF}"/>
          </ac:spMkLst>
        </pc:spChg>
        <pc:spChg chg="mod">
          <ac:chgData name="Afsiya Banu" userId="66c7c70cd417d4ae" providerId="LiveId" clId="{1F99FA0D-10C8-4648-AB72-829527D175B7}" dt="2026-10-20T13:26:09.150" v="633"/>
          <ac:spMkLst>
            <pc:docMk/>
            <pc:sldMk cId="1892961201" sldId="256"/>
            <ac:spMk id="12" creationId="{43F7368F-9E74-2F20-BC82-A46A585CD81D}"/>
          </ac:spMkLst>
        </pc:spChg>
        <pc:spChg chg="mod">
          <ac:chgData name="Afsiya Banu" userId="66c7c70cd417d4ae" providerId="LiveId" clId="{1F99FA0D-10C8-4648-AB72-829527D175B7}" dt="2026-10-20T13:25:24.427" v="617" actId="1076"/>
          <ac:spMkLst>
            <pc:docMk/>
            <pc:sldMk cId="1892961201" sldId="256"/>
            <ac:spMk id="13" creationId="{2A33C379-E6F7-6B26-DEDD-09F0966E1A9B}"/>
          </ac:spMkLst>
        </pc:spChg>
        <pc:graphicFrameChg chg="add del mod modGraphic">
          <ac:chgData name="Afsiya Banu" userId="66c7c70cd417d4ae" providerId="LiveId" clId="{1F99FA0D-10C8-4648-AB72-829527D175B7}" dt="2026-10-20T12:53:36.026" v="399" actId="478"/>
          <ac:graphicFrameMkLst>
            <pc:docMk/>
            <pc:sldMk cId="1892961201" sldId="256"/>
            <ac:graphicFrameMk id="4" creationId="{7DC10A4A-C746-35DE-8339-6C9A8DBB8A97}"/>
          </ac:graphicFrameMkLst>
        </pc:graphicFrameChg>
        <pc:graphicFrameChg chg="add mod">
          <ac:chgData name="Afsiya Banu" userId="66c7c70cd417d4ae" providerId="LiveId" clId="{1F99FA0D-10C8-4648-AB72-829527D175B7}" dt="2026-10-20T13:26:35.357" v="648"/>
          <ac:graphicFrameMkLst>
            <pc:docMk/>
            <pc:sldMk cId="1892961201" sldId="256"/>
            <ac:graphicFrameMk id="6" creationId="{FFBF187A-BEB4-B145-6BB1-666E0FB6696D}"/>
          </ac:graphicFrameMkLst>
        </pc:graphicFrameChg>
      </pc:sldChg>
      <pc:sldChg chg="modSp mod">
        <pc:chgData name="Afsiya Banu" userId="66c7c70cd417d4ae" providerId="LiveId" clId="{1F99FA0D-10C8-4648-AB72-829527D175B7}" dt="2026-10-20T13:20:43.843" v="518" actId="14100"/>
        <pc:sldMkLst>
          <pc:docMk/>
          <pc:sldMk cId="3341568096" sldId="257"/>
        </pc:sldMkLst>
        <pc:spChg chg="mod">
          <ac:chgData name="Afsiya Banu" userId="66c7c70cd417d4ae" providerId="LiveId" clId="{1F99FA0D-10C8-4648-AB72-829527D175B7}" dt="2026-10-20T13:20:30.853" v="514" actId="1076"/>
          <ac:spMkLst>
            <pc:docMk/>
            <pc:sldMk cId="3341568096" sldId="257"/>
            <ac:spMk id="2" creationId="{F68E5314-8797-99AC-F5A1-CC29B9BF5CEC}"/>
          </ac:spMkLst>
        </pc:spChg>
        <pc:spChg chg="mod">
          <ac:chgData name="Afsiya Banu" userId="66c7c70cd417d4ae" providerId="LiveId" clId="{1F99FA0D-10C8-4648-AB72-829527D175B7}" dt="2026-10-20T13:20:43.843" v="518" actId="14100"/>
          <ac:spMkLst>
            <pc:docMk/>
            <pc:sldMk cId="3341568096" sldId="257"/>
            <ac:spMk id="3" creationId="{C73D631C-A0F7-EEBB-A7A7-AFB5F552A3B0}"/>
          </ac:spMkLst>
        </pc:spChg>
      </pc:sldChg>
      <pc:sldChg chg="del">
        <pc:chgData name="Afsiya Banu" userId="66c7c70cd417d4ae" providerId="LiveId" clId="{1F99FA0D-10C8-4648-AB72-829527D175B7}" dt="2026-10-20T13:19:11.091" v="497" actId="47"/>
        <pc:sldMkLst>
          <pc:docMk/>
          <pc:sldMk cId="4106234789" sldId="258"/>
        </pc:sldMkLst>
      </pc:sldChg>
      <pc:sldChg chg="delSp modSp mod">
        <pc:chgData name="Afsiya Banu" userId="66c7c70cd417d4ae" providerId="LiveId" clId="{1F99FA0D-10C8-4648-AB72-829527D175B7}" dt="2026-10-20T13:18:35.425" v="488" actId="113"/>
        <pc:sldMkLst>
          <pc:docMk/>
          <pc:sldMk cId="1148124367" sldId="260"/>
        </pc:sldMkLst>
        <pc:spChg chg="mod">
          <ac:chgData name="Afsiya Banu" userId="66c7c70cd417d4ae" providerId="LiveId" clId="{1F99FA0D-10C8-4648-AB72-829527D175B7}" dt="2026-10-20T13:18:35.425" v="488" actId="113"/>
          <ac:spMkLst>
            <pc:docMk/>
            <pc:sldMk cId="1148124367" sldId="260"/>
            <ac:spMk id="2" creationId="{91E9ACCF-83A0-B341-87E6-6E9FFC325765}"/>
          </ac:spMkLst>
        </pc:spChg>
        <pc:spChg chg="mod">
          <ac:chgData name="Afsiya Banu" userId="66c7c70cd417d4ae" providerId="LiveId" clId="{1F99FA0D-10C8-4648-AB72-829527D175B7}" dt="2026-10-20T13:18:25.274" v="486" actId="123"/>
          <ac:spMkLst>
            <pc:docMk/>
            <pc:sldMk cId="1148124367" sldId="260"/>
            <ac:spMk id="3" creationId="{1C16F1E6-3504-39A9-A40A-24C758B832A6}"/>
          </ac:spMkLst>
        </pc:spChg>
        <pc:picChg chg="del">
          <ac:chgData name="Afsiya Banu" userId="66c7c70cd417d4ae" providerId="LiveId" clId="{1F99FA0D-10C8-4648-AB72-829527D175B7}" dt="2026-10-20T13:12:40.097" v="441" actId="478"/>
          <ac:picMkLst>
            <pc:docMk/>
            <pc:sldMk cId="1148124367" sldId="260"/>
            <ac:picMk id="9" creationId="{60922AE3-7E2E-4100-5E83-F2BF30558D40}"/>
          </ac:picMkLst>
        </pc:picChg>
      </pc:sldChg>
      <pc:sldChg chg="addSp delSp modSp mod">
        <pc:chgData name="Afsiya Banu" userId="66c7c70cd417d4ae" providerId="LiveId" clId="{1F99FA0D-10C8-4648-AB72-829527D175B7}" dt="2026-10-20T13:20:09.777" v="508" actId="14100"/>
        <pc:sldMkLst>
          <pc:docMk/>
          <pc:sldMk cId="3614766130" sldId="261"/>
        </pc:sldMkLst>
        <pc:spChg chg="mod">
          <ac:chgData name="Afsiya Banu" userId="66c7c70cd417d4ae" providerId="LiveId" clId="{1F99FA0D-10C8-4648-AB72-829527D175B7}" dt="2026-10-20T13:19:34.706" v="502"/>
          <ac:spMkLst>
            <pc:docMk/>
            <pc:sldMk cId="3614766130" sldId="261"/>
            <ac:spMk id="2" creationId="{37E8D46F-D2C2-365F-AC29-74358E9F63E9}"/>
          </ac:spMkLst>
        </pc:spChg>
        <pc:spChg chg="del mod">
          <ac:chgData name="Afsiya Banu" userId="66c7c70cd417d4ae" providerId="LiveId" clId="{1F99FA0D-10C8-4648-AB72-829527D175B7}" dt="2026-10-20T13:08:09.682" v="410"/>
          <ac:spMkLst>
            <pc:docMk/>
            <pc:sldMk cId="3614766130" sldId="261"/>
            <ac:spMk id="3" creationId="{783D1224-D5D9-ECE5-D8F5-59D8428130EB}"/>
          </ac:spMkLst>
        </pc:spChg>
        <pc:graphicFrameChg chg="add mod modGraphic">
          <ac:chgData name="Afsiya Banu" userId="66c7c70cd417d4ae" providerId="LiveId" clId="{1F99FA0D-10C8-4648-AB72-829527D175B7}" dt="2026-10-20T13:20:09.777" v="508" actId="14100"/>
          <ac:graphicFrameMkLst>
            <pc:docMk/>
            <pc:sldMk cId="3614766130" sldId="261"/>
            <ac:graphicFrameMk id="4" creationId="{EC0C2EEC-7112-4CEF-C510-71E6A89CED90}"/>
          </ac:graphicFrameMkLst>
        </pc:graphicFrameChg>
        <pc:picChg chg="mod">
          <ac:chgData name="Afsiya Banu" userId="66c7c70cd417d4ae" providerId="LiveId" clId="{1F99FA0D-10C8-4648-AB72-829527D175B7}" dt="2026-10-20T13:09:54.269" v="427" actId="1076"/>
          <ac:picMkLst>
            <pc:docMk/>
            <pc:sldMk cId="3614766130" sldId="261"/>
            <ac:picMk id="5" creationId="{60F63631-BA80-C36D-825D-7199BE7B634E}"/>
          </ac:picMkLst>
        </pc:picChg>
        <pc:picChg chg="mod">
          <ac:chgData name="Afsiya Banu" userId="66c7c70cd417d4ae" providerId="LiveId" clId="{1F99FA0D-10C8-4648-AB72-829527D175B7}" dt="2026-10-20T13:19:41.478" v="503" actId="1076"/>
          <ac:picMkLst>
            <pc:docMk/>
            <pc:sldMk cId="3614766130" sldId="261"/>
            <ac:picMk id="7" creationId="{4A34CA00-B788-E3B0-B3C6-03DA5C88D300}"/>
          </ac:picMkLst>
        </pc:picChg>
      </pc:sldChg>
      <pc:sldChg chg="delSp modSp mod">
        <pc:chgData name="Afsiya Banu" userId="66c7c70cd417d4ae" providerId="LiveId" clId="{1F99FA0D-10C8-4648-AB72-829527D175B7}" dt="2026-10-20T13:19:06.796" v="496" actId="113"/>
        <pc:sldMkLst>
          <pc:docMk/>
          <pc:sldMk cId="1216225335" sldId="265"/>
        </pc:sldMkLst>
        <pc:spChg chg="mod">
          <ac:chgData name="Afsiya Banu" userId="66c7c70cd417d4ae" providerId="LiveId" clId="{1F99FA0D-10C8-4648-AB72-829527D175B7}" dt="2026-10-20T13:19:06.796" v="496" actId="113"/>
          <ac:spMkLst>
            <pc:docMk/>
            <pc:sldMk cId="1216225335" sldId="265"/>
            <ac:spMk id="2" creationId="{EF6E7461-F42F-BCF7-E7DF-4809C0809AFB}"/>
          </ac:spMkLst>
        </pc:spChg>
        <pc:spChg chg="mod">
          <ac:chgData name="Afsiya Banu" userId="66c7c70cd417d4ae" providerId="LiveId" clId="{1F99FA0D-10C8-4648-AB72-829527D175B7}" dt="2026-10-20T13:18:58.513" v="494" actId="2710"/>
          <ac:spMkLst>
            <pc:docMk/>
            <pc:sldMk cId="1216225335" sldId="265"/>
            <ac:spMk id="3" creationId="{67357B84-8FC6-FB39-0AC2-6582C6DA0C69}"/>
          </ac:spMkLst>
        </pc:spChg>
        <pc:picChg chg="del">
          <ac:chgData name="Afsiya Banu" userId="66c7c70cd417d4ae" providerId="LiveId" clId="{1F99FA0D-10C8-4648-AB72-829527D175B7}" dt="2026-10-20T13:18:41.403" v="489" actId="478"/>
          <ac:picMkLst>
            <pc:docMk/>
            <pc:sldMk cId="1216225335" sldId="265"/>
            <ac:picMk id="5" creationId="{BDCE5312-4F7D-F2E6-4E78-095614CA3E0A}"/>
          </ac:picMkLst>
        </pc:picChg>
      </pc:sldChg>
      <pc:sldChg chg="addSp delSp modSp mod">
        <pc:chgData name="Afsiya Banu" userId="66c7c70cd417d4ae" providerId="LiveId" clId="{1F99FA0D-10C8-4648-AB72-829527D175B7}" dt="2026-10-20T13:16:01.684" v="463" actId="1076"/>
        <pc:sldMkLst>
          <pc:docMk/>
          <pc:sldMk cId="2816940450" sldId="266"/>
        </pc:sldMkLst>
        <pc:spChg chg="mod">
          <ac:chgData name="Afsiya Banu" userId="66c7c70cd417d4ae" providerId="LiveId" clId="{1F99FA0D-10C8-4648-AB72-829527D175B7}" dt="2026-10-20T13:15:17.362" v="452" actId="27636"/>
          <ac:spMkLst>
            <pc:docMk/>
            <pc:sldMk cId="2816940450" sldId="266"/>
            <ac:spMk id="2" creationId="{EC1256CB-872F-E976-8C08-A2314ABF8A14}"/>
          </ac:spMkLst>
        </pc:spChg>
        <pc:spChg chg="del mod">
          <ac:chgData name="Afsiya Banu" userId="66c7c70cd417d4ae" providerId="LiveId" clId="{1F99FA0D-10C8-4648-AB72-829527D175B7}" dt="2026-10-20T13:15:09.989" v="448" actId="22"/>
          <ac:spMkLst>
            <pc:docMk/>
            <pc:sldMk cId="2816940450" sldId="266"/>
            <ac:spMk id="3" creationId="{D4310631-AA19-5415-CFD6-6BB00C7032B8}"/>
          </ac:spMkLst>
        </pc:spChg>
        <pc:picChg chg="del">
          <ac:chgData name="Afsiya Banu" userId="66c7c70cd417d4ae" providerId="LiveId" clId="{1F99FA0D-10C8-4648-AB72-829527D175B7}" dt="2026-10-20T13:15:11.385" v="449" actId="478"/>
          <ac:picMkLst>
            <pc:docMk/>
            <pc:sldMk cId="2816940450" sldId="266"/>
            <ac:picMk id="5" creationId="{69BA0947-9640-8104-F5C5-88DAE7043458}"/>
          </ac:picMkLst>
        </pc:picChg>
        <pc:picChg chg="add mod ord">
          <ac:chgData name="Afsiya Banu" userId="66c7c70cd417d4ae" providerId="LiveId" clId="{1F99FA0D-10C8-4648-AB72-829527D175B7}" dt="2026-10-20T13:15:47.583" v="461" actId="14100"/>
          <ac:picMkLst>
            <pc:docMk/>
            <pc:sldMk cId="2816940450" sldId="266"/>
            <ac:picMk id="6" creationId="{CAA7D4EB-4C7D-99CD-E065-7C2D826C828D}"/>
          </ac:picMkLst>
        </pc:picChg>
        <pc:picChg chg="mod">
          <ac:chgData name="Afsiya Banu" userId="66c7c70cd417d4ae" providerId="LiveId" clId="{1F99FA0D-10C8-4648-AB72-829527D175B7}" dt="2026-10-20T13:16:01.684" v="463" actId="1076"/>
          <ac:picMkLst>
            <pc:docMk/>
            <pc:sldMk cId="2816940450" sldId="266"/>
            <ac:picMk id="7" creationId="{B3BD2EC6-37F3-B43E-460E-0CB085B42291}"/>
          </ac:picMkLst>
        </pc:picChg>
        <pc:picChg chg="mod">
          <ac:chgData name="Afsiya Banu" userId="66c7c70cd417d4ae" providerId="LiveId" clId="{1F99FA0D-10C8-4648-AB72-829527D175B7}" dt="2026-10-20T13:15:35.414" v="457" actId="1076"/>
          <ac:picMkLst>
            <pc:docMk/>
            <pc:sldMk cId="2816940450" sldId="266"/>
            <ac:picMk id="9" creationId="{F84350CB-657A-3F1F-75A8-720921584FFE}"/>
          </ac:picMkLst>
        </pc:picChg>
      </pc:sldChg>
      <pc:sldChg chg="delSp modSp mod">
        <pc:chgData name="Afsiya Banu" userId="66c7c70cd417d4ae" providerId="LiveId" clId="{1F99FA0D-10C8-4648-AB72-829527D175B7}" dt="2026-10-20T13:18:14.133" v="484" actId="5793"/>
        <pc:sldMkLst>
          <pc:docMk/>
          <pc:sldMk cId="3475956869" sldId="267"/>
        </pc:sldMkLst>
        <pc:spChg chg="mod">
          <ac:chgData name="Afsiya Banu" userId="66c7c70cd417d4ae" providerId="LiveId" clId="{1F99FA0D-10C8-4648-AB72-829527D175B7}" dt="2026-10-20T13:17:53.638" v="476" actId="27636"/>
          <ac:spMkLst>
            <pc:docMk/>
            <pc:sldMk cId="3475956869" sldId="267"/>
            <ac:spMk id="2" creationId="{EA7B398E-54D9-DD06-8049-E8A6E340B978}"/>
          </ac:spMkLst>
        </pc:spChg>
        <pc:spChg chg="mod">
          <ac:chgData name="Afsiya Banu" userId="66c7c70cd417d4ae" providerId="LiveId" clId="{1F99FA0D-10C8-4648-AB72-829527D175B7}" dt="2026-10-20T13:18:14.133" v="484" actId="5793"/>
          <ac:spMkLst>
            <pc:docMk/>
            <pc:sldMk cId="3475956869" sldId="267"/>
            <ac:spMk id="3" creationId="{EAC05F74-DE5F-3C25-EE76-34892738DFBB}"/>
          </ac:spMkLst>
        </pc:spChg>
        <pc:picChg chg="del">
          <ac:chgData name="Afsiya Banu" userId="66c7c70cd417d4ae" providerId="LiveId" clId="{1F99FA0D-10C8-4648-AB72-829527D175B7}" dt="2026-10-20T13:17:19.114" v="467" actId="478"/>
          <ac:picMkLst>
            <pc:docMk/>
            <pc:sldMk cId="3475956869" sldId="267"/>
            <ac:picMk id="5" creationId="{856DB426-75B7-417A-E8B9-6FA3BF91570B}"/>
          </ac:picMkLst>
        </pc:picChg>
      </pc:sldChg>
      <pc:sldChg chg="del">
        <pc:chgData name="Afsiya Banu" userId="66c7c70cd417d4ae" providerId="LiveId" clId="{1F99FA0D-10C8-4648-AB72-829527D175B7}" dt="2026-10-20T13:29:46.659" v="725" actId="47"/>
        <pc:sldMkLst>
          <pc:docMk/>
          <pc:sldMk cId="209476181" sldId="268"/>
        </pc:sldMkLst>
      </pc:sldChg>
      <pc:sldChg chg="del">
        <pc:chgData name="Afsiya Banu" userId="66c7c70cd417d4ae" providerId="LiveId" clId="{1F99FA0D-10C8-4648-AB72-829527D175B7}" dt="2026-10-20T13:29:44.518" v="724" actId="47"/>
        <pc:sldMkLst>
          <pc:docMk/>
          <pc:sldMk cId="3206209756" sldId="269"/>
        </pc:sldMkLst>
      </pc:sldChg>
      <pc:sldChg chg="addSp modSp new mod ord">
        <pc:chgData name="Afsiya Banu" userId="66c7c70cd417d4ae" providerId="LiveId" clId="{1F99FA0D-10C8-4648-AB72-829527D175B7}" dt="2026-10-20T13:22:47.068" v="545" actId="12"/>
        <pc:sldMkLst>
          <pc:docMk/>
          <pc:sldMk cId="2542546188" sldId="272"/>
        </pc:sldMkLst>
        <pc:spChg chg="mod">
          <ac:chgData name="Afsiya Banu" userId="66c7c70cd417d4ae" providerId="LiveId" clId="{1F99FA0D-10C8-4648-AB72-829527D175B7}" dt="2026-10-20T13:21:34.688" v="530" actId="113"/>
          <ac:spMkLst>
            <pc:docMk/>
            <pc:sldMk cId="2542546188" sldId="272"/>
            <ac:spMk id="2" creationId="{0593DA06-DB37-BEF4-47D1-F6EFC8FF829F}"/>
          </ac:spMkLst>
        </pc:spChg>
        <pc:spChg chg="mod">
          <ac:chgData name="Afsiya Banu" userId="66c7c70cd417d4ae" providerId="LiveId" clId="{1F99FA0D-10C8-4648-AB72-829527D175B7}" dt="2026-10-20T13:22:47.068" v="545" actId="12"/>
          <ac:spMkLst>
            <pc:docMk/>
            <pc:sldMk cId="2542546188" sldId="272"/>
            <ac:spMk id="3" creationId="{136CA819-DE77-6C4D-A85D-26EE8E3C1D78}"/>
          </ac:spMkLst>
        </pc:spChg>
        <pc:picChg chg="add">
          <ac:chgData name="Afsiya Banu" userId="66c7c70cd417d4ae" providerId="LiveId" clId="{1F99FA0D-10C8-4648-AB72-829527D175B7}" dt="2026-10-20T13:22:00.803" v="533" actId="22"/>
          <ac:picMkLst>
            <pc:docMk/>
            <pc:sldMk cId="2542546188" sldId="272"/>
            <ac:picMk id="5" creationId="{0924F1B3-017B-2A74-8D0D-F47EF2454B89}"/>
          </ac:picMkLst>
        </pc:picChg>
        <pc:picChg chg="add">
          <ac:chgData name="Afsiya Banu" userId="66c7c70cd417d4ae" providerId="LiveId" clId="{1F99FA0D-10C8-4648-AB72-829527D175B7}" dt="2026-10-20T13:22:06.284" v="534" actId="22"/>
          <ac:picMkLst>
            <pc:docMk/>
            <pc:sldMk cId="2542546188" sldId="272"/>
            <ac:picMk id="7" creationId="{DF0A9A68-EA13-B899-9029-133C7A0EE46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D9A0-1F76-73DA-F29A-28B69C854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E1ACA-9865-3ACE-A3A6-658C62AA2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B3B67-F5C2-E70E-5C25-AC078C267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77D1C-C593-481B-CD38-92BA598F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36338-B683-C24E-7CB9-2FAC21D7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38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DCCE-F81E-B073-92E5-FFD43E84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9D98C-F0CE-BD9F-1C92-96B2EADB1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10931-F919-3B56-6A30-75359088D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DBD61-F651-90E1-7BB5-0C7922D3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0170-8768-AFB7-7F3D-FE7DB8F4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7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009C7-D6E2-6241-A728-ECA0B59D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CA7D7-4EC1-58EB-1F16-F99FC6C1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60BFB-2565-18BB-1DF1-3FE80BA08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B59E5-DBFD-7F41-65C2-93C1E36E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75543-ABD3-11E6-E275-67EA7F5D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61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8234-97AE-7023-821E-673572A4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E10CD-6258-BE80-EFE8-C12F5B75A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BB30E-C4E5-0F7C-CA43-7B84AB823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97E74-6EC0-BF1D-0CF8-FC969951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907AF-6AB7-30DF-5371-66F862396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B427E-90F8-ED0E-4DF0-BBEB5015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401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5241-8339-B24C-CA11-89ED64BB6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8E2EB-1FFB-210F-11BE-BF74B825D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DD736-D887-52A7-0723-64F5FBAF9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7A794-0DB9-866D-7FA7-68AE41972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B0F63C-3B85-FAB7-57BC-163E7AFAB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7F9D9-CC4F-F4A3-ED5C-5C2990D8A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30806-1818-0053-3795-8B8F04C7A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9F97F0-95AD-EA81-CBDF-91348D86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50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D3E0C-048E-CEC3-4DF8-D4CFFACC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64F20B-1C81-0511-BFB5-62B2C80C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CFD55-368E-0373-C7C9-E3531C30E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028F7-39F8-CF52-71F0-FB34AA7B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26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EE220-47F5-6873-B368-5CE225540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6E0A9-F4A5-2420-7225-332CF3A5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5A1F7-E753-1CE6-42A4-ABC017BB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12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914C-3C13-44E7-625E-E20932A6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26686-85A1-95A2-0556-24B394A9D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7BD22-20D6-8EF2-1776-1E6F903EA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055F1-A679-93D7-DBF4-5EBFF113B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F8E14-D0DF-C381-E87C-631CEE7F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70A30F-10B8-1E65-72EE-AF4115D2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801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313C-2854-D635-4FB5-39939F016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696C9-AC58-E014-A0A6-23FC896A5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91D109-25C9-53AF-D0C4-DC86C3186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EE5E3-5447-497E-2D6A-AF221E3F0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8C853-7D1F-B3E4-CEB5-BF081071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0EA85-FD21-F67C-56CE-1FA4EF73F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26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5676-2C7C-1A20-B599-F28970A1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1850A-886B-AE69-836D-9F3F5F7E2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30380-0777-2722-CB20-28F9F9BA1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B0B00-815E-46DF-A943-1565AFFC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D8E9C-8DD1-976F-E347-4D7BD584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63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F3BEE6-6650-8C0F-1A6D-1F3E453CFD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2E9AF-394F-2BAD-2187-BFAF74EDB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B89B9-D103-59A4-71CD-CB715AA9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0A01-EF0D-35C6-DB3B-AB0BD4BA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5D143-76D1-461B-E07E-5B6D6729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83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3370E-BE71-4A4F-343A-E7E8BE227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B8661-0B21-8740-0583-512666812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60ACE-B24A-28A4-FB3D-2BBAFB1BC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D7BAF-CD15-4DBA-9C0E-EFF8A2EBFC31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0B78F-3B7F-C2B4-F490-C1428866C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F47DF-F216-A456-6CED-27A2E90F5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B8DE9-D232-4B8F-926D-945438D3DA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15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1E8F-FB19-A6E1-C9BC-ABA67D90D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4723" y="3692603"/>
            <a:ext cx="9144000" cy="582044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CSA5103-CRYPTOGRAPHY AND NETWORK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27A55-FE65-8780-2BCD-F445E7172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2138" y="4818779"/>
            <a:ext cx="4347411" cy="1963243"/>
          </a:xfrm>
        </p:spPr>
        <p:txBody>
          <a:bodyPr>
            <a:no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Afsiya Banu.A-192521466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Yashmita G-192511032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Shobana.T-192521188</a:t>
            </a:r>
          </a:p>
          <a:p>
            <a:pPr algn="l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Chavidi mahi-192312162</a:t>
            </a: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F7368F-9E74-2F20-BC82-A46A585CD81D}"/>
              </a:ext>
            </a:extLst>
          </p:cNvPr>
          <p:cNvSpPr txBox="1"/>
          <p:nvPr/>
        </p:nvSpPr>
        <p:spPr>
          <a:xfrm>
            <a:off x="462197" y="4818779"/>
            <a:ext cx="31504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By,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R.Dharani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33C379-E6F7-6B26-DEDD-09F0966E1A9B}"/>
              </a:ext>
            </a:extLst>
          </p:cNvPr>
          <p:cNvSpPr txBox="1"/>
          <p:nvPr/>
        </p:nvSpPr>
        <p:spPr>
          <a:xfrm>
            <a:off x="1897110" y="2369164"/>
            <a:ext cx="8799226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Trust-Aware Secure File Transfer Using Hybrid Cryptography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F2049F-B5F8-C368-2BB6-FED1F05C2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67" y="461800"/>
            <a:ext cx="10894348" cy="1047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CD2BC2-A25A-F4A9-C36F-7C631701C4DF}"/>
              </a:ext>
            </a:extLst>
          </p:cNvPr>
          <p:cNvSpPr txBox="1"/>
          <p:nvPr/>
        </p:nvSpPr>
        <p:spPr>
          <a:xfrm>
            <a:off x="4821409" y="1907499"/>
            <a:ext cx="2549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Review-1</a:t>
            </a:r>
          </a:p>
        </p:txBody>
      </p:sp>
    </p:spTree>
    <p:extLst>
      <p:ext uri="{BB962C8B-B14F-4D97-AF65-F5344CB8AC3E}">
        <p14:creationId xmlns:p14="http://schemas.microsoft.com/office/powerpoint/2010/main" val="189296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DA06-DB37-BEF4-47D1-F6EFC8FF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CA819-DE77-6C4D-A85D-26EE8E3C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24F1B3-017B-2A74-8D0D-F47EF2454B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288" y="399434"/>
            <a:ext cx="1124072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0A9A68-EA13-B899-9029-133C7A0EE4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78535" y="330709"/>
            <a:ext cx="112407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4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E5314-8797-99AC-F5A1-CC29B9BF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827" y="554891"/>
            <a:ext cx="8445708" cy="116603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D631C-A0F7-EEBB-A7A7-AFB5F552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67" y="2085474"/>
            <a:ext cx="10928839" cy="4406754"/>
          </a:xfrm>
        </p:spPr>
        <p:txBody>
          <a:bodyPr>
            <a:noAutofit/>
          </a:bodyPr>
          <a:lstStyle/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Transfer: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share files securely while protecting sensitive information from unauthorized access.</a:t>
            </a: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Trust-Based Authentication: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Verifies user identity and evaluates predefined trust conditions before granting access.</a:t>
            </a: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Cryptography: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AES encryption for file protection with RSA encryption to securely protect the AES key.</a:t>
            </a: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Verification: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unauthorized modifications to files using cryptographic hashing.</a:t>
            </a:r>
          </a:p>
          <a:p>
            <a:pPr lvl="0"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and Access Control: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Restricts unauthorized access and generates alerts when suspicious activities are detected.</a:t>
            </a:r>
          </a:p>
          <a:p>
            <a:pPr lvl="0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7A2E3-45E2-DF0A-7F64-276BBE82F1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9223" y="365772"/>
            <a:ext cx="1124072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5EBB50-CF88-FD32-B0AD-0204A07DC39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78535" y="330709"/>
            <a:ext cx="112407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6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D46F-D2C2-365F-AC29-74358E9F6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47" y="399434"/>
            <a:ext cx="8640579" cy="100965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0C2EEC-7112-4CEF-C510-71E6A89CED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012733"/>
              </p:ext>
            </p:extLst>
          </p:nvPr>
        </p:nvGraphicFramePr>
        <p:xfrm>
          <a:off x="770020" y="1746916"/>
          <a:ext cx="10667475" cy="450420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358086784"/>
                    </a:ext>
                  </a:extLst>
                </a:gridCol>
                <a:gridCol w="1061479">
                  <a:extLst>
                    <a:ext uri="{9D8B030D-6E8A-4147-A177-3AD203B41FA5}">
                      <a16:colId xmlns:a16="http://schemas.microsoft.com/office/drawing/2014/main" val="1197586553"/>
                    </a:ext>
                  </a:extLst>
                </a:gridCol>
                <a:gridCol w="2627598">
                  <a:extLst>
                    <a:ext uri="{9D8B030D-6E8A-4147-A177-3AD203B41FA5}">
                      <a16:colId xmlns:a16="http://schemas.microsoft.com/office/drawing/2014/main" val="837094594"/>
                    </a:ext>
                  </a:extLst>
                </a:gridCol>
                <a:gridCol w="2679802">
                  <a:extLst>
                    <a:ext uri="{9D8B030D-6E8A-4147-A177-3AD203B41FA5}">
                      <a16:colId xmlns:a16="http://schemas.microsoft.com/office/drawing/2014/main" val="3972844261"/>
                    </a:ext>
                  </a:extLst>
                </a:gridCol>
                <a:gridCol w="3490146">
                  <a:extLst>
                    <a:ext uri="{9D8B030D-6E8A-4147-A177-3AD203B41FA5}">
                      <a16:colId xmlns:a16="http://schemas.microsoft.com/office/drawing/2014/main" val="1643702322"/>
                    </a:ext>
                  </a:extLst>
                </a:gridCol>
              </a:tblGrid>
              <a:tr h="143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1183609070"/>
                  </a:ext>
                </a:extLst>
              </a:tr>
              <a:tr h="789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File Storage on Cloud Using Hybrid Cryptography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AES, ElGamal encryption, and SHA-256 to improve cloud data confidentiality and integrity.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emphasis on trust-based user authentication and dynamic threat response.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1673470142"/>
                  </a:ext>
                </a:extLst>
              </a:tr>
              <a:tr h="681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on Hybrid Cryptography for Secure File Storage on the Cloud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Explored AES and RSA for file encryption, secure key management, authentication, and file sharing.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evaluation and continuous integrity monitoring require further consideration.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4032896338"/>
                  </a:ext>
                </a:extLst>
              </a:tr>
              <a:tr h="789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File Storage on Cloud Using Hybrid Cryptography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AES-256, RSA, and SHA-256 to protect sensitive cloud data and verify integrity.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mechanisms are needed to evaluate user trust and respond to suspicious activities.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4028134230"/>
                  </a:ext>
                </a:extLst>
              </a:tr>
              <a:tr h="789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AES-RSA: An Innovative Hybrid Security Framework for File Authentication, Integrity, and Data Secrecy Model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AES and RSA to strengthen data confidentiality, key management, and file integrity.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trust-aware access control mechanism is not the primary focus.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432127040"/>
                  </a:ext>
                </a:extLst>
              </a:tr>
              <a:tr h="1004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Hybrid ECC-AES Encryption Framework for Secure and Efficient Cloud-Based Data Protection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Elliptic Curve Cryptography (ECC) and AES to improve cloud data protection and encryption efficiency.</a:t>
                      </a:r>
                    </a:p>
                  </a:txBody>
                  <a:tcPr marL="35888" marR="35888" marT="17944" marB="179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trust-based authentication, secure file transfer management, and dynamic threat response remains an area for further development.</a:t>
                      </a:r>
                    </a:p>
                  </a:txBody>
                  <a:tcPr marL="35888" marR="35888" marT="17944" marB="17944" anchor="ctr"/>
                </a:tc>
                <a:extLst>
                  <a:ext uri="{0D108BD9-81ED-4DB2-BD59-A6C34878D82A}">
                    <a16:rowId xmlns:a16="http://schemas.microsoft.com/office/drawing/2014/main" val="20109353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0F63631-BA80-C36D-825D-7199BE7B63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1288" y="399434"/>
            <a:ext cx="1124072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34CA00-B788-E3B0-B3C6-03DA5C88D30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805094" y="279724"/>
            <a:ext cx="112407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6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E7461-F42F-BCF7-E7DF-4809C080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444" y="464695"/>
            <a:ext cx="7831111" cy="121100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57B84-8FC6-FB39-0AC2-6582C6DA0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25" y="2041967"/>
            <a:ext cx="10959059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file transfer systems face security challenges, including unauthorized access, data theft, and file tampering during transmission. Conventional encryption methods may not provide a complete solution for secure key management, user trust evaluation, and continuous integrity verification.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secure file transfer system is required to authenticate users based on trust, protect files using hybrid cryptography, verify data integrity, and detect suspicious activities.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Trust-Aware Secure File Transfer Using Hybrid Cryptography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address these challenges by integrating trust-based authentication, AES and RSA encryption, continuous integrity verification, and dynamic threat response to ensure secure, reliable, and confidential file transmission.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E75A71-0382-76C2-FEAF-DE64CE2B3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7" y="235470"/>
            <a:ext cx="112395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89ADF2-3D2F-B6AC-B4B6-BCC9F7A8E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542" y="371006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2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ACCF-83A0-B341-87E6-6E9FFC32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8309" y="365772"/>
            <a:ext cx="6691858" cy="167468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6F1E6-3504-39A9-A40A-24C758B83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2040454"/>
            <a:ext cx="10772668" cy="4813797"/>
          </a:xfrm>
        </p:spPr>
        <p:txBody>
          <a:bodyPr>
            <a:noAutofit/>
          </a:bodyPr>
          <a:lstStyle/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Trust-Based User Authentication: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verify user identities and evaluate trust levels before granting access to file transfer services.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Cryptographic Encryption: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AES for secure file encryption and RSA for protecting the AES encryption key.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Verification: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unauthorized modifications to files using cryptographic hash functions such as SHA-256.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Threat Detection: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suspicious user activities and restrict access when potential security threats are detected.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Transfer: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the confidentiality, integrity, and controlled sharing of files between authorized users.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Recovery and Management: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secure file records and support controlled file retrieval while preserving data integrity.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5FB3B-BB97-74E9-5FB4-30BEA7F07B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9223" y="365772"/>
            <a:ext cx="1124072" cy="990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96CBBF-014E-9CD5-8993-37BF21B9C33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78535" y="330709"/>
            <a:ext cx="1124072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2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256CB-872F-E976-8C08-A2314ABF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8269" y="434714"/>
            <a:ext cx="7171544" cy="1211003"/>
          </a:xfrm>
        </p:spPr>
        <p:txBody>
          <a:bodyPr>
            <a:normAutofit/>
          </a:bodyPr>
          <a:lstStyle/>
          <a:p>
            <a:pPr algn="ctr"/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A7D4EB-4C7D-99CD-E065-7C2D826C8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483" y="434714"/>
            <a:ext cx="10650642" cy="5988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D2EC6-37F3-B43E-460E-0CB085B42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16" y="111262"/>
            <a:ext cx="112395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4350CB-657A-3F1F-75A8-720921584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0542" y="111262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4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398E-54D9-DD06-8049-E8A6E340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3180" y="254833"/>
            <a:ext cx="6332095" cy="125597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5F74-DE5F-3C25-EE76-34892738D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504" y="1885586"/>
            <a:ext cx="11144728" cy="435133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Trust-Based User Authentication and Secure Access Control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user identity, evaluates trust levels, and grants or denies access based on authentication results and security policies.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Hybrid Encryption and Secure File Transfer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AES to encrypt files and RSA to protect the AES encryption key, enabling confidential and secure file transmission between authorized users.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Continuous Integrity Verification and Dynamic Threat Response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SHA-256 hashing to verify file integrity, detect unauthorized modifications, and trigger appropriate security responses when suspicious activities are identified.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Secure File Recovery and Transfer Management</a:t>
            </a:r>
          </a:p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secure file retrieval, decryption, transfer status, and file access records while ensuring that only authorized users can access verified files.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9D40D4-5F39-1FB9-A628-3394F0C18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7" y="235470"/>
            <a:ext cx="112395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439F8-8511-A75A-63DE-395361C25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542" y="371006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5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21FC-E5D4-CF13-54CB-654A77B6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19" y="252370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10000" dirty="0">
                <a:latin typeface="Aldhabi" panose="01000000000000000000" pitchFamily="2" charset="-78"/>
                <a:ea typeface="ADLaM Display" panose="020F0502020204030204" pitchFamily="2" charset="0"/>
                <a:cs typeface="Aldhabi" panose="01000000000000000000" pitchFamily="2" charset="-78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29C6C-CB29-F255-9135-E2B6517B9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34" y="310421"/>
            <a:ext cx="1021673" cy="99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35B833-A885-285F-7E9A-F322F0B51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573" y="310421"/>
            <a:ext cx="11239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80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731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Aldhabi</vt:lpstr>
      <vt:lpstr>Aptos</vt:lpstr>
      <vt:lpstr>Aptos Display</vt:lpstr>
      <vt:lpstr>Arial</vt:lpstr>
      <vt:lpstr>Times New Roman</vt:lpstr>
      <vt:lpstr>Office Theme</vt:lpstr>
      <vt:lpstr>CSA5103-CRYPTOGRAPHY AND NETWORK SECURITY</vt:lpstr>
      <vt:lpstr>Agenda</vt:lpstr>
      <vt:lpstr>Introduction</vt:lpstr>
      <vt:lpstr>Literature Survey</vt:lpstr>
      <vt:lpstr>Problem Definition</vt:lpstr>
      <vt:lpstr>Objectives</vt:lpstr>
      <vt:lpstr>PowerPoint Presentation</vt:lpstr>
      <vt:lpstr>MODULES INTRODUCTION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Afsiya Banu</dc:creator>
  <cp:lastModifiedBy>Afsiya Banu</cp:lastModifiedBy>
  <cp:revision>2</cp:revision>
  <dcterms:created xsi:type="dcterms:W3CDTF">2026-07-28T14:08:54Z</dcterms:created>
  <dcterms:modified xsi:type="dcterms:W3CDTF">2026-10-21T13:03:58Z</dcterms:modified>
</cp:coreProperties>
</file>